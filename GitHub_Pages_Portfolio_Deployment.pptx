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92" r:id="rId3"/>
    <p:sldId id="290" r:id="rId4"/>
    <p:sldId id="291" r:id="rId5"/>
    <p:sldId id="289" r:id="rId6"/>
    <p:sldId id="293" r:id="rId7"/>
    <p:sldId id="257" r:id="rId8"/>
    <p:sldId id="258" r:id="rId9"/>
    <p:sldId id="259" r:id="rId10"/>
    <p:sldId id="260" r:id="rId11"/>
    <p:sldId id="261" r:id="rId12"/>
    <p:sldId id="262" r:id="rId13"/>
    <p:sldId id="264" r:id="rId14"/>
    <p:sldId id="295" r:id="rId15"/>
    <p:sldId id="265" r:id="rId16"/>
    <p:sldId id="263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7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E2D06-899B-4689-8080-6BB39B5192A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E5FFA-0361-4A58-BF27-E65780EE2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20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E5FFA-0361-4A58-BF27-E65780EE2E5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331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?utm_source=chatgpt.com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rPr dirty="0"/>
              <a:t>Deploying Your </a:t>
            </a:r>
            <a:r>
              <a:rPr lang="en-IN" dirty="0"/>
              <a:t>Portfolio </a:t>
            </a:r>
            <a:r>
              <a:rPr dirty="0"/>
              <a:t> Web Page to GitHub Pages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rPr dirty="0"/>
              <a:t>A Step-by-Step Practical Class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7A9489-2D4A-47FF-256D-B82F2605A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91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DF0B3-DB1B-B242-21E1-6D334CB3E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33" y="0"/>
            <a:ext cx="7504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4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447340-A3F5-CEB0-6C07-02B91BF8527B}"/>
              </a:ext>
            </a:extLst>
          </p:cNvPr>
          <p:cNvSpPr txBox="1"/>
          <p:nvPr/>
        </p:nvSpPr>
        <p:spPr>
          <a:xfrm>
            <a:off x="2286000" y="3364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Web Hosting: HTML Page → GitHub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3FDFF-C064-F6FE-59A9-002AB69D1C0F}"/>
              </a:ext>
            </a:extLst>
          </p:cNvPr>
          <p:cNvSpPr txBox="1"/>
          <p:nvPr/>
        </p:nvSpPr>
        <p:spPr>
          <a:xfrm>
            <a:off x="2207342" y="993168"/>
            <a:ext cx="4572000" cy="56323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dirty="0"/>
              <a:t>💻 LOCAL COMPUTER</a:t>
            </a:r>
          </a:p>
          <a:p>
            <a:r>
              <a:rPr lang="en-IN" sz="2400" dirty="0"/>
              <a:t>   HTML + CSS + JavaScript</a:t>
            </a:r>
          </a:p>
          <a:p>
            <a:r>
              <a:rPr lang="en-IN" sz="2400" dirty="0"/>
              <a:t>          ↓</a:t>
            </a:r>
          </a:p>
          <a:p>
            <a:r>
              <a:rPr lang="en-IN" sz="2400" dirty="0"/>
              <a:t>      Upload</a:t>
            </a:r>
          </a:p>
          <a:p>
            <a:r>
              <a:rPr lang="en-IN" sz="2400" dirty="0"/>
              <a:t>          ↓</a:t>
            </a:r>
          </a:p>
          <a:p>
            <a:r>
              <a:rPr lang="en-IN" sz="2400" dirty="0"/>
              <a:t>🐙 GITHUB REPOSITORY</a:t>
            </a:r>
          </a:p>
          <a:p>
            <a:r>
              <a:rPr lang="en-IN" sz="2400" dirty="0"/>
              <a:t>   Store website files</a:t>
            </a:r>
          </a:p>
          <a:p>
            <a:r>
              <a:rPr lang="en-IN" sz="2400" dirty="0"/>
              <a:t>          ↓</a:t>
            </a:r>
          </a:p>
          <a:p>
            <a:r>
              <a:rPr lang="en-IN" sz="2400" dirty="0"/>
              <a:t>🌐 GITHUB PAGES</a:t>
            </a:r>
          </a:p>
          <a:p>
            <a:r>
              <a:rPr lang="en-IN" sz="2400" dirty="0"/>
              <a:t>   Host / Publish website</a:t>
            </a:r>
          </a:p>
          <a:p>
            <a:r>
              <a:rPr lang="en-IN" sz="2400" dirty="0"/>
              <a:t>          ↓</a:t>
            </a:r>
          </a:p>
          <a:p>
            <a:r>
              <a:rPr lang="en-IN" sz="2400" dirty="0"/>
              <a:t>🌍 INTERNET</a:t>
            </a:r>
          </a:p>
          <a:p>
            <a:r>
              <a:rPr lang="en-IN" sz="2400" dirty="0"/>
              <a:t>          ↓</a:t>
            </a:r>
          </a:p>
          <a:p>
            <a:r>
              <a:rPr lang="en-IN" sz="2400" dirty="0"/>
              <a:t>👥 LIVE WEBSITE</a:t>
            </a:r>
          </a:p>
          <a:p>
            <a:r>
              <a:rPr lang="en-IN" sz="2400" dirty="0"/>
              <a:t>   Anyone can open the URL</a:t>
            </a:r>
          </a:p>
        </p:txBody>
      </p:sp>
    </p:spTree>
    <p:extLst>
      <p:ext uri="{BB962C8B-B14F-4D97-AF65-F5344CB8AC3E}">
        <p14:creationId xmlns:p14="http://schemas.microsoft.com/office/powerpoint/2010/main" val="91109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9432FA-B8B8-0FAB-3996-5DB6614E6B06}"/>
              </a:ext>
            </a:extLst>
          </p:cNvPr>
          <p:cNvSpPr txBox="1"/>
          <p:nvPr/>
        </p:nvSpPr>
        <p:spPr>
          <a:xfrm>
            <a:off x="2590800" y="1131441"/>
            <a:ext cx="4572000" cy="507831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Student's Browser</a:t>
            </a:r>
          </a:p>
          <a:p>
            <a:r>
              <a:rPr lang="en-IN" dirty="0">
                <a:solidFill>
                  <a:schemeClr val="bg1"/>
                </a:solidFill>
              </a:rPr>
              <a:t>       │</a:t>
            </a:r>
          </a:p>
          <a:p>
            <a:r>
              <a:rPr lang="en-IN" dirty="0">
                <a:solidFill>
                  <a:schemeClr val="bg1"/>
                </a:solidFill>
              </a:rPr>
              <a:t>       │ HTTPS Request</a:t>
            </a:r>
          </a:p>
          <a:p>
            <a:r>
              <a:rPr lang="en-IN" dirty="0">
                <a:solidFill>
                  <a:schemeClr val="bg1"/>
                </a:solidFill>
              </a:rPr>
              <a:t>       ↓</a:t>
            </a:r>
          </a:p>
          <a:p>
            <a:r>
              <a:rPr lang="en-IN" dirty="0">
                <a:solidFill>
                  <a:schemeClr val="bg1"/>
                </a:solidFill>
              </a:rPr>
              <a:t>Internet</a:t>
            </a:r>
          </a:p>
          <a:p>
            <a:r>
              <a:rPr lang="en-IN" dirty="0">
                <a:solidFill>
                  <a:schemeClr val="bg1"/>
                </a:solidFill>
              </a:rPr>
              <a:t>       │</a:t>
            </a:r>
          </a:p>
          <a:p>
            <a:r>
              <a:rPr lang="en-IN" dirty="0">
                <a:solidFill>
                  <a:schemeClr val="bg1"/>
                </a:solidFill>
              </a:rPr>
              <a:t>       ↓</a:t>
            </a:r>
          </a:p>
          <a:p>
            <a:r>
              <a:rPr lang="en-IN" dirty="0">
                <a:solidFill>
                  <a:schemeClr val="bg1"/>
                </a:solidFill>
              </a:rPr>
              <a:t>GitHub Server</a:t>
            </a:r>
          </a:p>
          <a:p>
            <a:r>
              <a:rPr lang="en-IN" dirty="0">
                <a:solidFill>
                  <a:schemeClr val="bg1"/>
                </a:solidFill>
              </a:rPr>
              <a:t>       │</a:t>
            </a:r>
          </a:p>
          <a:p>
            <a:r>
              <a:rPr lang="en-IN" dirty="0">
                <a:solidFill>
                  <a:schemeClr val="bg1"/>
                </a:solidFill>
              </a:rPr>
              <a:t>       │ index.html</a:t>
            </a:r>
          </a:p>
          <a:p>
            <a:r>
              <a:rPr lang="en-IN" dirty="0">
                <a:solidFill>
                  <a:schemeClr val="bg1"/>
                </a:solidFill>
              </a:rPr>
              <a:t>       ↓</a:t>
            </a:r>
          </a:p>
          <a:p>
            <a:r>
              <a:rPr lang="en-IN" dirty="0">
                <a:solidFill>
                  <a:schemeClr val="bg1"/>
                </a:solidFill>
              </a:rPr>
              <a:t>Browser</a:t>
            </a:r>
          </a:p>
          <a:p>
            <a:r>
              <a:rPr lang="en-IN" dirty="0">
                <a:solidFill>
                  <a:schemeClr val="bg1"/>
                </a:solidFill>
              </a:rPr>
              <a:t>       │</a:t>
            </a:r>
          </a:p>
          <a:p>
            <a:r>
              <a:rPr lang="en-IN" dirty="0">
                <a:solidFill>
                  <a:schemeClr val="bg1"/>
                </a:solidFill>
              </a:rPr>
              <a:t>       ↓</a:t>
            </a:r>
          </a:p>
          <a:p>
            <a:r>
              <a:rPr lang="en-IN" dirty="0">
                <a:solidFill>
                  <a:schemeClr val="bg1"/>
                </a:solidFill>
              </a:rPr>
              <a:t>HTML + CSS + JavaScript</a:t>
            </a:r>
          </a:p>
          <a:p>
            <a:r>
              <a:rPr lang="en-IN" dirty="0">
                <a:solidFill>
                  <a:schemeClr val="bg1"/>
                </a:solidFill>
              </a:rPr>
              <a:t>       │</a:t>
            </a:r>
          </a:p>
          <a:p>
            <a:r>
              <a:rPr lang="en-IN" dirty="0">
                <a:solidFill>
                  <a:schemeClr val="bg1"/>
                </a:solidFill>
              </a:rPr>
              <a:t>       ↓</a:t>
            </a:r>
          </a:p>
          <a:p>
            <a:r>
              <a:rPr lang="en-IN" dirty="0">
                <a:solidFill>
                  <a:schemeClr val="bg1"/>
                </a:solidFill>
              </a:rPr>
              <a:t>Webpage displayed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5205E-F6AF-E6DB-F57A-83DFD8634006}"/>
              </a:ext>
            </a:extLst>
          </p:cNvPr>
          <p:cNvSpPr txBox="1"/>
          <p:nvPr/>
        </p:nvSpPr>
        <p:spPr>
          <a:xfrm>
            <a:off x="535859" y="2701102"/>
            <a:ext cx="1853380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4000" b="1" dirty="0"/>
              <a:t>web hosting</a:t>
            </a:r>
            <a:r>
              <a:rPr lang="en-IN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237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294D91E6-2819-2B77-9EA3-335D513CD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01" y="140449"/>
            <a:ext cx="6857999" cy="2145574"/>
          </a:xfrm>
          <a:prstGeom prst="rect">
            <a:avLst/>
          </a:prstGeom>
        </p:spPr>
      </p:pic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6F766F9A-9052-2BB4-4B6E-7C2B91AC1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00" y="1852614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5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0617" y="914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rPr dirty="0"/>
              <a:t>1. Prerequisites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291" y="761017"/>
            <a:ext cx="8147009" cy="59093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b="1" dirty="0"/>
              <a:t>• Ensure your </a:t>
            </a:r>
            <a:r>
              <a:rPr lang="en-IN" sz="2800" b="1" dirty="0"/>
              <a:t>student profile </a:t>
            </a:r>
            <a:r>
              <a:rPr sz="2800" b="1" dirty="0"/>
              <a:t> website is contained in a single folder.</a:t>
            </a:r>
            <a:endParaRPr lang="en-IN" sz="2800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800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b="1" dirty="0"/>
              <a:t>• The main entry point file must be named exactly 'index.html'.</a:t>
            </a:r>
            <a:endParaRPr lang="en-IN" sz="2800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800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b="1" dirty="0"/>
              <a:t>• Keep all assets (CSS, images, JS) inside the folder with relative paths.</a:t>
            </a:r>
            <a:endParaRPr lang="en-IN" sz="2800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800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b="1" dirty="0"/>
              <a:t>• Create a free account on GitHub (github.com) if you haven't already.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649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rPr dirty="0"/>
              <a:t>2. Creating a New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4643"/>
            <a:ext cx="7680960" cy="660693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Log into GitHub and click the '+' icon in the top right -&gt; 'New repository'.</a:t>
            </a:r>
            <a:endParaRPr lang="en-IN" sz="28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8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Repository Name: Use something clean like 'portfolio' or 'resume'.</a:t>
            </a:r>
            <a:endParaRPr lang="en-IN" sz="28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11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Visibility: Must be set to 'Public' for GitHub Pages to host it for free.</a:t>
            </a:r>
            <a:endParaRPr lang="en-IN" sz="28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11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Initialization: Check 'Add a README file' to create the main branch automatically.</a:t>
            </a:r>
            <a:endParaRPr lang="en-IN" sz="28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8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Click 'Create repository' at the bottom.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3. Uploading Your Resume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323" y="633197"/>
            <a:ext cx="8957187" cy="40216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b="1" dirty="0"/>
              <a:t>• Inside your new repository, click the 'Add file' dropdown -&gt; 'Upload files'.</a:t>
            </a:r>
            <a:endParaRPr lang="en-IN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b="1" dirty="0"/>
              <a:t>• Drag and drop all your website files (index.html, styles.css, etc.) into the box.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lang="en-IN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b="1" dirty="0"/>
              <a:t>• Wait for all files to complete uploading successfully.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lang="en-IN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b="1" dirty="0"/>
              <a:t>• Add a commit message like 'Initial </a:t>
            </a:r>
            <a:r>
              <a:rPr lang="en-IN" b="1" dirty="0"/>
              <a:t>portfolio </a:t>
            </a:r>
            <a:r>
              <a:rPr b="1" dirty="0"/>
              <a:t> website upload'.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lang="en-IN" b="1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b="1" dirty="0"/>
              <a:t>• Click 'Commit changes' at the bottom to save your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0616" y="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rPr dirty="0"/>
              <a:t>4. Enabling GitHub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573" y="794447"/>
            <a:ext cx="8038854" cy="5842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400" dirty="0"/>
              <a:t>• Navigate to the 'Settings' tab (gear icon) on your repository's top navigation bar.</a:t>
            </a:r>
            <a:endParaRPr lang="en-IN" sz="24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4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400" dirty="0"/>
              <a:t>• Scroll down the left sidebar </a:t>
            </a:r>
            <a:r>
              <a:rPr sz="2800" dirty="0"/>
              <a:t>menu</a:t>
            </a:r>
            <a:r>
              <a:rPr sz="2400" dirty="0"/>
              <a:t> and click on 'Pages' (under the Code and automation section).</a:t>
            </a:r>
            <a:endParaRPr lang="en-IN" sz="24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4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400" dirty="0"/>
              <a:t>• Under 'Build and deployment', look for the 'Source' dropdown and ensure it says 'Deploy from a branch'.</a:t>
            </a:r>
            <a:endParaRPr lang="en-IN" sz="24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endParaRPr sz="2400" dirty="0"/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400" dirty="0"/>
              <a:t>• Under 'Branch', change 'None' to 'main' (or your primary branch name).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400" dirty="0"/>
              <a:t>• Leave the folder dropdown as '/ (root)' and click 'Save'.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5. Accessing Your Live Live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7500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Wait 1 to 2 minutes for GitHub to process and build your website.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Refresh the </a:t>
            </a:r>
            <a:r>
              <a:rPr sz="3200" dirty="0"/>
              <a:t>'Pages</a:t>
            </a:r>
            <a:r>
              <a:rPr sz="2800" dirty="0"/>
              <a:t>' settings page.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A banner will appear at the top saying: 'Your site is live at...'.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Click the link to open your live web page! Format: </a:t>
            </a:r>
            <a:r>
              <a:rPr sz="2800" dirty="0">
                <a:highlight>
                  <a:srgbClr val="FFFF00"/>
                </a:highlight>
              </a:rPr>
              <a:t>username.github.io/repository-name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rPr sz="2800" dirty="0"/>
              <a:t>• Copy this link to share with teachers, peers, or employers on your resume.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78D4A5-7695-B0EC-2D67-369A80FFA228}"/>
              </a:ext>
            </a:extLst>
          </p:cNvPr>
          <p:cNvSpPr txBox="1"/>
          <p:nvPr/>
        </p:nvSpPr>
        <p:spPr>
          <a:xfrm>
            <a:off x="481781" y="931973"/>
            <a:ext cx="7983793" cy="44012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Practical Lab: Deploy student  to GitHub Pages  =&gt; </a:t>
            </a:r>
            <a:r>
              <a:rPr lang="en-IN" sz="2800" dirty="0"/>
              <a:t>Website to the Internet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800" b="1" dirty="0"/>
              <a:t>Lab title:</a:t>
            </a:r>
            <a:r>
              <a:rPr lang="en-IN" sz="2800" dirty="0"/>
              <a:t> Deploy a Local HTML/CSS/JavaScript</a:t>
            </a:r>
          </a:p>
          <a:p>
            <a:br>
              <a:rPr lang="en-IN" sz="2800" dirty="0"/>
            </a:br>
            <a:r>
              <a:rPr lang="en-IN" sz="2800" b="1" dirty="0"/>
              <a:t>Project:</a:t>
            </a:r>
            <a:r>
              <a:rPr lang="en-IN" sz="2800" dirty="0"/>
              <a:t> Student Portfolio </a:t>
            </a:r>
          </a:p>
          <a:p>
            <a:pPr>
              <a:buNone/>
            </a:pPr>
            <a:br>
              <a:rPr lang="en-IN" sz="2800" dirty="0"/>
            </a:br>
            <a:r>
              <a:rPr lang="en-IN" sz="2800" b="1" dirty="0"/>
              <a:t>Technology:</a:t>
            </a:r>
            <a:r>
              <a:rPr lang="en-IN" sz="2800" dirty="0"/>
              <a:t> </a:t>
            </a:r>
          </a:p>
          <a:p>
            <a:r>
              <a:rPr lang="en-IN" sz="2800" dirty="0"/>
              <a:t>HTML + CSS + JavaScript + GitHub Pages</a:t>
            </a:r>
          </a:p>
        </p:txBody>
      </p:sp>
    </p:spTree>
    <p:extLst>
      <p:ext uri="{BB962C8B-B14F-4D97-AF65-F5344CB8AC3E}">
        <p14:creationId xmlns:p14="http://schemas.microsoft.com/office/powerpoint/2010/main" val="1145986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D8FE7-4B3C-494F-C8F9-87EAD60D0A42}"/>
              </a:ext>
            </a:extLst>
          </p:cNvPr>
          <p:cNvSpPr txBox="1"/>
          <p:nvPr/>
        </p:nvSpPr>
        <p:spPr>
          <a:xfrm>
            <a:off x="363794" y="1166842"/>
            <a:ext cx="8416411" cy="45243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1. Lab objective</a:t>
            </a:r>
          </a:p>
          <a:p>
            <a:pPr>
              <a:buNone/>
            </a:pPr>
            <a:r>
              <a:rPr lang="en-IN" sz="3200" dirty="0"/>
              <a:t>By the end of this lab, the student will be able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Create a GitHub account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Create a repository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Upload an existing webpages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Enable GitHub Pages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Publish the website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Open the website from another device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Understand </a:t>
            </a:r>
            <a:r>
              <a:rPr lang="en-IN" sz="3200" b="1" dirty="0"/>
              <a:t>local hosting vs Internet hosting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9939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7509DE-3E26-4A00-3D8F-C2A77BA15792}"/>
              </a:ext>
            </a:extLst>
          </p:cNvPr>
          <p:cNvSpPr txBox="1"/>
          <p:nvPr/>
        </p:nvSpPr>
        <p:spPr>
          <a:xfrm>
            <a:off x="1111045" y="346097"/>
            <a:ext cx="7089058" cy="60016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b="1" dirty="0"/>
              <a:t>8 practical steps</a:t>
            </a:r>
          </a:p>
          <a:p>
            <a:pPr>
              <a:buNone/>
            </a:pPr>
            <a:r>
              <a:rPr lang="en-IN" sz="2400" b="1" dirty="0"/>
              <a:t>1️⃣ Create</a:t>
            </a:r>
            <a:r>
              <a:rPr lang="en-IN" sz="2400" dirty="0"/>
              <a:t> → Student creates </a:t>
            </a:r>
            <a:r>
              <a:rPr lang="en-IN" sz="2400" dirty="0">
                <a:latin typeface="+mn-lt"/>
              </a:rPr>
              <a:t>index.html</a:t>
            </a:r>
            <a:r>
              <a:rPr lang="en-IN" sz="2400" dirty="0"/>
              <a:t>, </a:t>
            </a:r>
            <a:r>
              <a:rPr lang="en-IN" sz="2400" dirty="0">
                <a:latin typeface="+mn-lt"/>
              </a:rPr>
              <a:t>style.css</a:t>
            </a:r>
            <a:r>
              <a:rPr lang="en-IN" sz="2400" dirty="0"/>
              <a:t>, </a:t>
            </a:r>
            <a:r>
              <a:rPr lang="en-IN" sz="2400" dirty="0">
                <a:latin typeface="+mn-lt"/>
              </a:rPr>
              <a:t>script.js</a:t>
            </a:r>
            <a:endParaRPr lang="en-IN" sz="2400" dirty="0"/>
          </a:p>
          <a:p>
            <a:pPr>
              <a:buNone/>
            </a:pPr>
            <a:r>
              <a:rPr lang="en-IN" sz="2400" b="1" dirty="0"/>
              <a:t>2️⃣ GitHub Account</a:t>
            </a:r>
            <a:r>
              <a:rPr lang="en-IN" sz="2400" dirty="0"/>
              <a:t> → Student signs in</a:t>
            </a:r>
          </a:p>
          <a:p>
            <a:pPr>
              <a:buNone/>
            </a:pPr>
            <a:r>
              <a:rPr lang="en-IN" sz="2400" b="1" dirty="0"/>
              <a:t>3️⃣ Repository</a:t>
            </a:r>
            <a:r>
              <a:rPr lang="en-IN" sz="2400" dirty="0"/>
              <a:t> → Create </a:t>
            </a:r>
            <a:r>
              <a:rPr lang="en-IN" sz="2400" dirty="0" err="1">
                <a:latin typeface="+mn-lt"/>
              </a:rPr>
              <a:t>StudentPortfolio</a:t>
            </a:r>
            <a:endParaRPr lang="en-IN" sz="2400" dirty="0"/>
          </a:p>
          <a:p>
            <a:pPr>
              <a:buNone/>
            </a:pPr>
            <a:r>
              <a:rPr lang="en-IN" sz="2400" b="1" dirty="0"/>
              <a:t>4️⃣ Upload</a:t>
            </a:r>
            <a:r>
              <a:rPr lang="en-IN" sz="2400" dirty="0"/>
              <a:t> → Upload HTML/CSS/JS/images</a:t>
            </a:r>
          </a:p>
          <a:p>
            <a:pPr>
              <a:buNone/>
            </a:pPr>
            <a:r>
              <a:rPr lang="en-IN" sz="2400" b="1" dirty="0"/>
              <a:t>5️⃣ Pages</a:t>
            </a:r>
            <a:r>
              <a:rPr lang="en-IN" sz="2400" dirty="0"/>
              <a:t> → Settings → Pages → </a:t>
            </a:r>
            <a:r>
              <a:rPr lang="en-IN" sz="2400" dirty="0">
                <a:latin typeface="+mn-lt"/>
              </a:rPr>
              <a:t>main</a:t>
            </a:r>
            <a:r>
              <a:rPr lang="en-IN" sz="2400" dirty="0"/>
              <a:t> → </a:t>
            </a:r>
            <a:r>
              <a:rPr lang="en-IN" sz="2400" dirty="0">
                <a:latin typeface="+mn-lt"/>
              </a:rPr>
              <a:t>/root</a:t>
            </a:r>
            <a:endParaRPr lang="en-IN" sz="2400" dirty="0"/>
          </a:p>
          <a:p>
            <a:pPr>
              <a:buNone/>
            </a:pPr>
            <a:r>
              <a:rPr lang="en-IN" sz="2400" b="1" dirty="0"/>
              <a:t>6️⃣ Deploy</a:t>
            </a:r>
            <a:r>
              <a:rPr lang="en-IN" sz="2400" dirty="0"/>
              <a:t> → GitHub publishes the website</a:t>
            </a:r>
          </a:p>
          <a:p>
            <a:pPr>
              <a:buNone/>
            </a:pPr>
            <a:r>
              <a:rPr lang="en-IN" sz="2400" b="1" dirty="0"/>
              <a:t>7️⃣ Live Website</a:t>
            </a:r>
            <a:r>
              <a:rPr lang="en-IN" sz="2400" dirty="0"/>
              <a:t> → Open the generated </a:t>
            </a:r>
            <a:r>
              <a:rPr lang="en-IN" sz="2400" dirty="0">
                <a:latin typeface="+mn-lt"/>
              </a:rPr>
              <a:t>.github.io</a:t>
            </a:r>
            <a:r>
              <a:rPr lang="en-IN" sz="2400" dirty="0"/>
              <a:t> URL</a:t>
            </a:r>
          </a:p>
          <a:p>
            <a:pPr>
              <a:buNone/>
            </a:pPr>
            <a:r>
              <a:rPr lang="en-IN" sz="2400" b="1" dirty="0"/>
              <a:t>8️⃣ Update</a:t>
            </a:r>
            <a:r>
              <a:rPr lang="en-IN" sz="2400" dirty="0"/>
              <a:t> → Edit → Test → Upload → Commit → Refresh</a:t>
            </a:r>
          </a:p>
          <a:p>
            <a:pPr>
              <a:buNone/>
            </a:pPr>
            <a:r>
              <a:rPr lang="en-IN" sz="2400" dirty="0"/>
              <a:t>GitHub Pages is hosting the </a:t>
            </a:r>
            <a:r>
              <a:rPr lang="en-IN" sz="2400" b="1" dirty="0"/>
              <a:t>frontend/static website</a:t>
            </a:r>
            <a:r>
              <a:rPr lang="en-IN" sz="2400" dirty="0"/>
              <a:t>. Later, your students can connect it to </a:t>
            </a:r>
            <a:r>
              <a:rPr lang="en-IN" sz="2400" b="1" dirty="0"/>
              <a:t>Java + Spring Boot + MySQL + AWS</a:t>
            </a:r>
            <a:r>
              <a:rPr lang="en-IN" sz="2400" dirty="0"/>
              <a:t> for a complete Full Stack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6434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B45CA7-3207-DCA3-2524-43F2AB06AFFD}"/>
              </a:ext>
            </a:extLst>
          </p:cNvPr>
          <p:cNvSpPr txBox="1"/>
          <p:nvPr/>
        </p:nvSpPr>
        <p:spPr>
          <a:xfrm>
            <a:off x="1125793" y="88491"/>
            <a:ext cx="7148052" cy="50783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3600" dirty="0"/>
              <a:t>Your Computer</a:t>
            </a:r>
          </a:p>
          <a:p>
            <a:r>
              <a:rPr lang="en-IN" sz="3600" dirty="0"/>
              <a:t>     ↓</a:t>
            </a:r>
          </a:p>
          <a:p>
            <a:r>
              <a:rPr lang="en-IN" sz="3600" dirty="0"/>
              <a:t>GitHub Repository</a:t>
            </a:r>
          </a:p>
          <a:p>
            <a:r>
              <a:rPr lang="en-IN" sz="3600" dirty="0"/>
              <a:t>     ↓</a:t>
            </a:r>
          </a:p>
          <a:p>
            <a:r>
              <a:rPr lang="en-IN" sz="3600" dirty="0"/>
              <a:t>GitHub Pages</a:t>
            </a:r>
          </a:p>
          <a:p>
            <a:r>
              <a:rPr lang="en-IN" sz="3600" dirty="0"/>
              <a:t>     ↓</a:t>
            </a:r>
          </a:p>
          <a:p>
            <a:r>
              <a:rPr lang="en-IN" sz="3600" dirty="0"/>
              <a:t>Internet</a:t>
            </a:r>
          </a:p>
          <a:p>
            <a:r>
              <a:rPr lang="en-IN" sz="3600" dirty="0"/>
              <a:t>     ↓</a:t>
            </a:r>
          </a:p>
          <a:p>
            <a:r>
              <a:rPr lang="en-IN" sz="3600" dirty="0"/>
              <a:t>https://username.github.io/student/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04A15-C4BA-9963-0616-90DCEA141930}"/>
              </a:ext>
            </a:extLst>
          </p:cNvPr>
          <p:cNvSpPr txBox="1"/>
          <p:nvPr/>
        </p:nvSpPr>
        <p:spPr>
          <a:xfrm>
            <a:off x="855406" y="5758727"/>
            <a:ext cx="7895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+mn-lt"/>
              </a:rPr>
              <a:t>https://&lt;owner&gt;.github.io/&lt;repositoryname&gt;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72613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B379A5-AC94-8368-C5B7-94DD0756DE56}"/>
              </a:ext>
            </a:extLst>
          </p:cNvPr>
          <p:cNvSpPr txBox="1"/>
          <p:nvPr/>
        </p:nvSpPr>
        <p:spPr>
          <a:xfrm>
            <a:off x="580104" y="796864"/>
            <a:ext cx="7816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GitHub Pages is designed to host static websites containing HTML, CSS and JavaScript directly from a GitHub repository.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A718C-36F8-D915-10CE-D07DC94CBE96}"/>
              </a:ext>
            </a:extLst>
          </p:cNvPr>
          <p:cNvSpPr txBox="1"/>
          <p:nvPr/>
        </p:nvSpPr>
        <p:spPr>
          <a:xfrm>
            <a:off x="1892709" y="1791618"/>
            <a:ext cx="45720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Never deploy before testing locally.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3F7AC-3110-D3BB-C763-D6F4A9F971B5}"/>
              </a:ext>
            </a:extLst>
          </p:cNvPr>
          <p:cNvSpPr txBox="1"/>
          <p:nvPr/>
        </p:nvSpPr>
        <p:spPr>
          <a:xfrm>
            <a:off x="1986117" y="2623066"/>
            <a:ext cx="4572000" cy="20313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Develop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Test locally - Browser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Deploy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Test online -GitHub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65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36A45-0B1C-05CC-D5B0-BBAB48D4EBD6}"/>
              </a:ext>
            </a:extLst>
          </p:cNvPr>
          <p:cNvSpPr txBox="1"/>
          <p:nvPr/>
        </p:nvSpPr>
        <p:spPr>
          <a:xfrm>
            <a:off x="2286000" y="6412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PART C — Create GitHub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E4189-37B0-5790-440F-E5AA7F67520C}"/>
              </a:ext>
            </a:extLst>
          </p:cNvPr>
          <p:cNvSpPr txBox="1"/>
          <p:nvPr/>
        </p:nvSpPr>
        <p:spPr>
          <a:xfrm>
            <a:off x="865239" y="1608251"/>
            <a:ext cx="7413522" cy="28623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If students don't already have an account, go to:</a:t>
            </a:r>
          </a:p>
          <a:p>
            <a:pPr>
              <a:buNone/>
            </a:pPr>
            <a:r>
              <a:rPr lang="en-IN" dirty="0">
                <a:hlinkClick r:id="rId2"/>
              </a:rPr>
              <a:t>GitHub</a:t>
            </a:r>
            <a:endParaRPr lang="en-IN" dirty="0"/>
          </a:p>
          <a:p>
            <a:pPr>
              <a:buNone/>
            </a:pPr>
            <a:r>
              <a:rPr lang="en-IN" dirty="0"/>
              <a:t>Click:</a:t>
            </a:r>
          </a:p>
          <a:p>
            <a:pPr>
              <a:buNone/>
            </a:pPr>
            <a:r>
              <a:rPr lang="en-IN" b="1" dirty="0"/>
              <a:t>Sign up</a:t>
            </a:r>
            <a:endParaRPr lang="en-IN" dirty="0"/>
          </a:p>
          <a:p>
            <a:pPr>
              <a:buNone/>
            </a:pPr>
            <a:r>
              <a:rPr lang="en-IN" dirty="0"/>
              <a:t>Create an account.</a:t>
            </a:r>
          </a:p>
          <a:p>
            <a:pPr>
              <a:buNone/>
            </a:pPr>
            <a:r>
              <a:rPr lang="en-IN" dirty="0"/>
              <a:t>( Existing Gmail Account )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Students should remember their GitHub </a:t>
            </a:r>
            <a:r>
              <a:rPr lang="en-IN" b="1" dirty="0">
                <a:highlight>
                  <a:srgbClr val="FFFF00"/>
                </a:highlight>
              </a:rPr>
              <a:t>username</a:t>
            </a:r>
            <a:r>
              <a:rPr lang="en-IN" dirty="0"/>
              <a:t> because it becomes part of their website URL.</a:t>
            </a:r>
          </a:p>
          <a:p>
            <a:pPr>
              <a:buNone/>
            </a:pPr>
            <a:r>
              <a:rPr lang="en-IN" dirty="0"/>
              <a:t>For example, if the username is: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51D4D-605F-F25D-7C4D-321FE20FD416}"/>
              </a:ext>
            </a:extLst>
          </p:cNvPr>
          <p:cNvSpPr txBox="1"/>
          <p:nvPr/>
        </p:nvSpPr>
        <p:spPr>
          <a:xfrm>
            <a:off x="4901381" y="4486791"/>
            <a:ext cx="1509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highlight>
                  <a:srgbClr val="FFFF00"/>
                </a:highlight>
              </a:rPr>
              <a:t>lalithjain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3F3D9-50C2-0BDC-827B-187F3BA44E3F}"/>
              </a:ext>
            </a:extLst>
          </p:cNvPr>
          <p:cNvSpPr txBox="1"/>
          <p:nvPr/>
        </p:nvSpPr>
        <p:spPr>
          <a:xfrm>
            <a:off x="1224117" y="52446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project website can be: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0ABC2-53F7-4A4E-62D2-CF93AC008ABA}"/>
              </a:ext>
            </a:extLst>
          </p:cNvPr>
          <p:cNvSpPr txBox="1"/>
          <p:nvPr/>
        </p:nvSpPr>
        <p:spPr>
          <a:xfrm>
            <a:off x="1224117" y="56302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https://lalithjain.github.io/student_cit/</a:t>
            </a:r>
          </a:p>
        </p:txBody>
      </p:sp>
    </p:spTree>
    <p:extLst>
      <p:ext uri="{BB962C8B-B14F-4D97-AF65-F5344CB8AC3E}">
        <p14:creationId xmlns:p14="http://schemas.microsoft.com/office/powerpoint/2010/main" val="2730009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EAF71-BD29-72EC-A9DE-D63E508E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25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681DFA-CC00-C9FA-877D-F2D549670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8B7DF4-2EED-E10A-BF96-5A2F6215E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88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12FD5-B536-7FAC-FD67-D1F7ABED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0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EB8A33-A25F-E537-AB01-66995806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38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54FCF-20FD-B9C4-2779-A8B8F4036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57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889C30-3044-6701-0EC6-E2A040AB4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13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A07767-A5CB-2166-6EF1-99ADF13FA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81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E067F-3A1E-9B6E-CB8C-4805F4046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7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529D2-0006-EAD6-DC43-0BC595BA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8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872</Words>
  <Application>Microsoft Office PowerPoint</Application>
  <PresentationFormat>On-screen Show (4:3)</PresentationFormat>
  <Paragraphs>139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LALITH JAIN</dc:creator>
  <cp:keywords/>
  <dc:description>generated using python-pptx</dc:description>
  <cp:lastModifiedBy>LALITH JAIN</cp:lastModifiedBy>
  <cp:revision>27</cp:revision>
  <dcterms:created xsi:type="dcterms:W3CDTF">2013-01-27T09:14:16Z</dcterms:created>
  <dcterms:modified xsi:type="dcterms:W3CDTF">2026-09-29T05:33:35Z</dcterms:modified>
  <cp:category/>
</cp:coreProperties>
</file>